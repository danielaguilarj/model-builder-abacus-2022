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Automatización trazable de uniones eje–cubo con chaveta
para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Métodos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Un modelo de chavetero bien hecho
no es difícil: es difícil de repetir.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Cada modelo se rehacía a mano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la tabla DIN se consultaba en papel y se teclaba caso por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La malla dependía del autor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criterio de aceptación explícito ni registro de intentos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El resultado no se podía auditar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sin saber qué versión, qué norma y qué hipótesis lo produjeron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QUÉ 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Una sola herramienta desde la tabla de la norma
hasta el informe firmado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módulos de Python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escritorio, kernel de Abaqus
y núcleo compartido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filas DIN 6885-1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transcritas sin extrapolar,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plantillas de malla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con puertas de calidad duras
y presupuesto de elementos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métodos DIN 6892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y C, calculados
en paralelo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idiomas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español, inglés y alemán
650 claves con paridad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Todo lo que se ve en estas diapositivas sale de ejecutar el código: las capturas son de la aplicación real y las cifras las calcula el motor empaquetado.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ARQUITECTURA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Un cambio en la tabla DIN o en un factor de DIN 6892 se escribe una sola vez y llega a los dos intérpretes.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CÓMO SE USA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Seis pestañas en el orden en que se toman las decisiones: primero el proyecto, después la geometría normativa, y sólo al final la ejecución.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Proyecto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Nombre, autor e idioma quedan grabados en project.json: el informe se emite en el idioma del proyecto, no en el de quien lo abre.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ruta de Abaqus se detecta buscando los lanzadores instalados, sin ejecutar ninguno.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carpeta raíz por defecto es Documentos/ModelBuilder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Captura real de la aplicación, idioma por defecto español.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Geometría DIN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 la izquierda, los pocos parámetros independientes que el usuario decide. A la derecha, todo lo que la norma deriva de ellos.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panel derecho se recalcula al teclear: fila DIN, longitudes, cubo, plan de malla y la lista de validación completa.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etiqueta NORMATIVE en verde indica que la geometría está dentro del sobre de la norma.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banda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Malla y materiales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 plantilla se elige por nombre; el modo AUTO compara candidatos completos por pieza y conserva el ganador.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Las semillas en 0 significan automático: D/32 en el eje, b/20 en la chaveta, d_a/80 en el cubo.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criterio rápido de presión está marcado CORE-SCREENING: es plausibilidad, no DIN 6892 Método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Aquí la plantilla es HEX_CERTIFIED, en modo auto y con 3 intentos.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Análisis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análisis es opcional y está desactivado por defecto: construir y auditar no requiere resolver.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Si se activa, se crea contacto general, un step estático TORSION y un momento sobre el punto de referencia del extremo motriz.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estudio de convergencia de malla se lanza aparte y escribe su propio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Crear el job y enviarlo al solver son dos casillas distintas.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se elige explícitamente. Los factores licenciados que no se pueden transcribir se quedan en 1,0 y el resultado se marca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en blanco significa deducir de la razón de carga R; con un par pulsante da cero inversiones y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Método A no se calcula aquí: se importa un CSV de un ODB ya resuelto, con SHA-256 y cobertura verificadas.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Las normas seleccionadas se declaran una por una, incluidas las que no están implementadas.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PESTAÑA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Ejecutar y evidencias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log de Abaqus se transmite en vivo a la ventana y al archivo logs/abaqus.log, con el comando y el directorio de trabajo en la cabecera.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Al terminar, la lista de artefactos se rellena con tamaño y etiqueta de evidencia; los botones abren el proyecto, el informe y el modelo.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Detener mata el árbol de procesos del solver y marca el proyecto como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Ningún archivo de solver cae junto al ejecutable: el subproceso corre con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CONTROL DE 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La validación habla en códigos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Cada aviso tiene un código estable, un mensaje canónico en inglés y una presentación traducida. El código es el que se cita en el informe y en una revisión.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Aquí se ven los tres avisos nuevos: un factor licenciado todavía neutro, la ecuación 9 optimista y N_W deducido de 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Un error bloquea la construcción antes de tocar Abaqus; una advertencia informa y queda registrada.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0 errores y 3 advertencias en la configuración por defecto.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FLUJO DE EJECUCIÓN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12383"/>
            <a:ext cx="10637215" cy="4043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 QUE QUEDA EN DISCO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192" y="1170432"/>
            <a:ext cx="9403310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EL 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Sólidos, no cascarones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Eje, chaveta y cubo se construyen como volúmenes independientes y se ensamblan con las tolerancias de la norma.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malla es hexaédrica y coincidente en las interfaces que transmiten carga.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La captura es la imagen que el propio motor guarda en screenshots/ al terminar.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DETALLE QUE IMPORTA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La banda del chavetero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En la sección se ve la banda de elementos más finos que rodea la ranura: no es una malla uniforme más densa, es refinamiento donde está el gradiente.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ancho de la banda y el número de elementos sobre el arco del radio r2 son parámetros, y la auditoría comprueba que se hayan cumplido.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El conjunto de elementos NOTCH_SHAFT se construye alrededor de las dos esquinas del chavetero para que la consulta de concentración no se vaya a otro punto caliente.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POLÍTICA DE MALLA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TRAZABILIDAD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EL DATO NORMATIVO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La tabla no se interpola: o hay fila, o hay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devuelve la fila exacta con su etiqueta NORMATIVE. Fuera del rango de la norma lanza una excepción, para que nadie pueda declarar conformidad DIN con la fila más parecida.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filas de sección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tolerancia de t1 y el incremento d2 para cada banda de diámetro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longitudes normalizadas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de 6 a 400 mm; la chaveta se ajusta hacia abajo, nunca hacia arriba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bandas de radios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r1 de boca y r2 de fondo por separado: no son el mismo radio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formas implementadas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y AB. De C a J se rechazan con un mensaje propio, no en silencio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la fila de referencia del proyecto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5,00 +0,20 mm     t2 = 3,30 mm     d2(ref) = 48,00 mm     r1 = 0,25…0,40 mm     r2 = 0,16…0,25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El chaflán de la chaveta no está en la tabla: es un parámetro del usuario (c = 0,8 mm por defecto) y así se declara en el informe.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CAPACIDAD RESISTENTE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RESULTADOS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1 DE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423" y="1170432"/>
            <a:ext cx="908684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CORRECCIÓN 2 DE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HALLAZGO ABIERTO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Lo que se ha comprobado, y cómo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Autotest empaquetado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identidad 4.2 y esquema 6, migración 5→6, catálogos DIN y FVA, cálculos de referencia, seis plantillas de malla, informes en los tres idiomas. Termina con código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Paridad de los tres catálogos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claves por idioma, sin huecos; cada código de validación tiene su presentación traducida.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Los cuatro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normalizan y validan con esquema 6 y cero errores, incluido el de resolución de 10 ciclos.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Compatibilidad con el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los seis módulos que corren dentro de Abaqus se auditaron con AST: sin f-strings, sin anotaciones, sólo os, sys, json, math, time y hashlib. División importada del futuro.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Contrato de artefactos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el proyecto se declara correcto sólo si existen auditoría, BUILD_RESULT, CAE, capturas e informe, y si la malla realizada coincide con la planificada.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Cifras fijadas en el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999,18 N·m gobernado por el cubo, t2tr = 3,141 mm, f_W de la ecuación 3 y el dominio de K_λ.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Lo que el autotest no hace, y así lo declara: no arranca Abaqus, no resuelve, no compila LaTeX y no valida un especimen FVA.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DISTRIBUCIÓN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ESTADO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Tres decisiones y una compilación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Reconstruir el ejecutable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sin cambios, desde el árbol completo del proyecto. El .exe publicado es anterior a las dos correcciones: 17 de 31 entradas del manifiesto han cambiado.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Fijar el signo de la ecuación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contra el texto DIN 6892 con licencia. Si el signo negativo es el correcto, el par admisible real baja otro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Numerar la versión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dos ejecutables que se identifican como 4.2 y devuelven pares distintos son una colisión de identidad. Mi recomendación es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El valor no está en el modelo.
Está en poder demostrar cómo se hizo.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esquema de parámetros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Cada número de esta presentación es reproducible ejecutando el código del repositorio.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